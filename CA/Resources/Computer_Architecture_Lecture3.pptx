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COMPUTER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Hierarchy: Locality, Cache Structure &amp; Mapping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— Hierarchical Organization, Cache Basics, Mapping Techniques, Performance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3525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047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937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Hennessy, Computer Organization and Design (4th Ed.), Ch. 5 §5.1–5.3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for your third hour in Computer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Hierarchy &amp; Locality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build a pyramid of memories, and the principle that makes it work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75304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575304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Memory Basics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75304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valid bits, and the anatomy of a direct-mapped cache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44768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73368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373368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7889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3368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Mapping Techniques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73368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Direct-mapped, set-associative, and fully associative placement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42832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71432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171432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7889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71432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Cache Performance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71432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rate, miss rate, and average memory access time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3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Hierarchy &amp; the Principle of Locality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programmers get the illusion of memory that is both large and fast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Levels of the Hierarchy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928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22219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Fastest, smallest storage; built into the processor and holds values in active use.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0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443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(SRAM)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31363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level outside the processor; small, fast, and expensive per bit.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587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7216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 (DRAM)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0507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and slower than cache; holds the active program and its data.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8" name="Image 3" descr="/home/claude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7731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636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 (Disk / Flash)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88720" y="49651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and slowest level; holds everything not currently in use.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1600"/>
            </a:avLst>
          </a:prstGeom>
          <a:solidFill>
            <a:srgbClr val="263070"/>
          </a:solidFill>
          <a:ln/>
        </p:spPr>
      </p:sp>
      <p:sp>
        <p:nvSpPr>
          <p:cNvPr id="22" name="Text 16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Memory Hierarchy Works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223760" y="22219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18"/>
          <p:cNvSpPr/>
          <p:nvPr/>
        </p:nvSpPr>
        <p:spPr>
          <a:xfrm>
            <a:off x="7452360" y="20756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locality: if an item is referenced, it will tend to be referenced again soon.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223760" y="30906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0"/>
          <p:cNvSpPr/>
          <p:nvPr/>
        </p:nvSpPr>
        <p:spPr>
          <a:xfrm>
            <a:off x="7452360" y="294436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locality: if an item is referenced, nearby items will tend to be referenced soon.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23760" y="39593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2"/>
          <p:cNvSpPr/>
          <p:nvPr/>
        </p:nvSpPr>
        <p:spPr>
          <a:xfrm>
            <a:off x="745236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access only a small portion of their address space at any instant of time.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223760" y="4828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4"/>
          <p:cNvSpPr/>
          <p:nvPr/>
        </p:nvSpPr>
        <p:spPr>
          <a:xfrm>
            <a:off x="7452360" y="468172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memories cost more per bit, so they are kept small and close to the processor.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A3577"/>
          </a:solidFill>
          <a:ln/>
        </p:spPr>
      </p:sp>
      <p:sp>
        <p:nvSpPr>
          <p:cNvPr id="32" name="Text 26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hierarchy exploits locality of reference — keeping recently and nearby used data in fast, small memory near the processor gives the illusion of memory that is both large and fast.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3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Memory Basics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anatomy of a direct-mapped cache — how it finds and verifies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0277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293" y="19842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Bit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whether a cache entry currently holds meaningful data.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1 means valid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01722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3358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4" y="19842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1450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11450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address bits stored to confirm this is the requested block.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893162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7" name="Text 13"/>
          <p:cNvSpPr/>
          <p:nvPr/>
        </p:nvSpPr>
        <p:spPr>
          <a:xfrm>
            <a:off x="2893162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== address bits?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54803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9842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4531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64531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which cache location to check; width = log2(number of blocks).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46243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24" name="Text 19"/>
          <p:cNvSpPr/>
          <p:nvPr/>
        </p:nvSpPr>
        <p:spPr>
          <a:xfrm>
            <a:off x="5146243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blocks → 3-bit index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307885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5952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icons/navig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8" y="19842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17613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Offset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417613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byte or word within the block once it is found.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99325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/>
          <p:nvPr/>
        </p:nvSpPr>
        <p:spPr>
          <a:xfrm>
            <a:off x="7399325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width = log2(block size)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560966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12603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619" y="1984248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70694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670694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instruction or data words copied in from memory.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652406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8" name="Text 31"/>
          <p:cNvSpPr/>
          <p:nvPr/>
        </p:nvSpPr>
        <p:spPr>
          <a:xfrm>
            <a:off x="9652406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or more words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Direct-mapped placement: (Block address) modulo (Number of blocks in the cache). The index alone picks the location; the tag then confirms it is really the requested block.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3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Mapping Techniques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can a memory block go in the cache?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Direct-Mapped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 maps to exactly one cache location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82549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 address) mod (number of blocks) picks the location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101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comparator is needed per access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 hardware — the classic baseline design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2793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misses occur when two active blocks share a slot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76402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replacement decision — the resident block is always evicted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524865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simple embedded and small L1 caches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/home/claude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1109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9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Associative (Set / Fully)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269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maps to a set of n possible locations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37960" y="282549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(Block address) mod (number of sets) picks the set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331012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comparators search the set in parallel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37947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miss rate than direct-mapped at the same size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37960" y="42793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replacement policy to choose within the set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476402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associative is the extreme case: one set holds every block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537960" y="524865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most modern L1/L2 caches (2- to 16-way)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3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Measuring Cache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is the cache actually working?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memory accesses found in the cache — a hit.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099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8328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hit rate; the fraction of accesses that must go further down the hierarchy.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7099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Penalty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1792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clock cycles needed to fetch a block from the next level down.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17099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Memory Access Time — the true cost of a typical memory access.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 Formula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memory access time = Hit time + Miss rate × Miss penalty. Worked example: hit time 1 cycle, miss rate 5%, miss penalty 20 cycles → AMAT = 1 + (0.05 × 20) = 2 cycles per access.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3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 — Computer Organization and Design, 4th Edition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5852160"/>
                <a:gridCol w="14630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Hierarchy &amp; Locality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§5.1 Introduction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452–457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Memory Basics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§5.2 The Basics of Caches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457–466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Cache Mapping Techniques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§5.3 Measuring &amp; Improving Cache Performance (Associativity)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479–483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Measuring Cache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§5.3 Measuring and Improving Cache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475–479, 492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useful: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5.5, A Common Framework for Memory Hierarchies, ties these ideas together across every level of the hierarchy.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memory hierarchy exploits temporal and spatial locality to give the illusion of memory that is both large and fast.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0756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direct-mapped cache uses tag, index, and valid-bit fields; block address mod number of blocks picks the location.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8254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ranges from direct-mapped to fully associative, with set-associative as the practical middle ground.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124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57530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performance is measured by hit rate, miss rate, and AMAT = hit time + miss rate × miss penalty.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63070"/>
          </a:solidFill>
          <a:ln/>
        </p:spPr>
      </p:sp>
      <p:sp>
        <p:nvSpPr>
          <p:cNvPr id="17" name="Shape 11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4" descr="/home/claude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651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645920" y="5074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Policies, Writing to a Cache &amp; Main Memory (Ch. 5 cont.)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3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2026-07-20T08:51:38Z</dcterms:created>
  <dcterms:modified xsi:type="dcterms:W3CDTF">2026-07-20T08:51:38Z</dcterms:modified>
</cp:coreProperties>
</file>