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COMPUTER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Input/Output Devices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 — Buses, Interfacing, Performance &amp; RAID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3525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047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937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Hennessy, Computer Organization and Design (4th Ed.), Ch. 6 §6.1, 6.5–6.7, 6.9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for your tenth hour in Computer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System Fundamentals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Dependability and cost come before raw performance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75304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575304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RAID Levels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75304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extra disks for performance and protection against failure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44768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73368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373368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7889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3368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vs. Interrupts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73368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for a device to get the processor's attention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42832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71432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171432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7889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71432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I/O Performance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71432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response time, and Amdahl's Law for I/O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10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 System Fundamentals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processor to storage, networks, and people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Elements of an I/O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928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Device Types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22219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networking, and human-interface devices each stress different metrics.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0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443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Dependability First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31363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systems are judged on dependability and cost before raw performance.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587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7216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 &amp; Interconnects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0507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set of wires — or switched serial links — connecting processor, memory, and I/O.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8" name="Image 3" descr="/home/claude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7731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636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to the CPU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88720" y="49651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signal the processor by polling, interrupts, or DMA, coordinated by the OS.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1600"/>
            </a:avLst>
          </a:prstGeom>
          <a:solidFill>
            <a:srgbClr val="263070"/>
          </a:solidFill>
          <a:ln/>
        </p:spPr>
      </p:sp>
      <p:sp>
        <p:nvSpPr>
          <p:cNvPr id="22" name="Text 16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I/O Design Matters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223760" y="22219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18"/>
          <p:cNvSpPr/>
          <p:nvPr/>
        </p:nvSpPr>
        <p:spPr>
          <a:xfrm>
            <a:off x="7452360" y="20756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bus's bandwidth caps total I/O throughput no matter how fast the individual devices are.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223760" y="30906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0"/>
          <p:cNvSpPr/>
          <p:nvPr/>
        </p:nvSpPr>
        <p:spPr>
          <a:xfrm>
            <a:off x="7452360" y="294436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processors get faster and more numerous, unchanged I/O time becomes a growing share of total time.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23760" y="39593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2"/>
          <p:cNvSpPr/>
          <p:nvPr/>
        </p:nvSpPr>
        <p:spPr>
          <a:xfrm>
            <a:off x="745236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mediates I/O because multiple programs share the same devices.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223760" y="4828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4"/>
          <p:cNvSpPr/>
          <p:nvPr/>
        </p:nvSpPr>
        <p:spPr>
          <a:xfrm>
            <a:off x="7452360" y="468172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I/O wrong costs data, not just time — which is why dependability comes first.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A3577"/>
          </a:solidFill>
          <a:ln/>
        </p:spPr>
      </p:sp>
      <p:sp>
        <p:nvSpPr>
          <p:cNvPr id="32" name="Text 26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systems are designed backward from processors: dependability and cost are the first priorities, with performance — throughput and response time — balanced against them rather than maximized alone.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10 · Ch. 6 §6.1, 6.5–6.6 · pp. 570–595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RAID Levels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extra disks for performance and protection against failure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0277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293" y="19842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Striping — spreads data across disks for speed, with no redundancy at all.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protection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01722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3358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4" y="19842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1450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11450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— writes every block to two disks; the most expensive, simplest scheme.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893162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7" name="Text 13"/>
          <p:cNvSpPr/>
          <p:nvPr/>
        </p:nvSpPr>
        <p:spPr>
          <a:xfrm>
            <a:off x="2893162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2× disks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54803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9842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4531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64531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Bit-interleaved parity — one dedicated parity disk protects all the others.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46243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24" name="Text 19"/>
          <p:cNvSpPr/>
          <p:nvPr/>
        </p:nvSpPr>
        <p:spPr>
          <a:xfrm>
            <a:off x="5146243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disk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307885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5952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icons/navig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8" y="19842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17613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417613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Block-interleaved parity — like RAID 3, but parity is computed per block, not per bit.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99325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/>
          <p:nvPr/>
        </p:nvSpPr>
        <p:spPr>
          <a:xfrm>
            <a:off x="7399325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disk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560966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12603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619" y="1984248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70694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5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670694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parity — spreads parity across all disks so small writes can happen in parallel.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652406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8" name="Text 31"/>
          <p:cNvSpPr/>
          <p:nvPr/>
        </p:nvSpPr>
        <p:spPr>
          <a:xfrm>
            <a:off x="9652406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widely used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RAID level above 0 spends extra disks to survive a drive failure without losing data; the differences are in how much redundancy costs and how well small writes parallelize.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10 · Ch. 6 §6.9 · pp. 599–604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Polling vs. Interrupts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for a device to get the processor's attention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processor periodically checks a status bit to see if a device needs attention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82549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way for an I/O device to communicate with the processor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101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processor's time is spent checking, whether or not there's work to do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devices that need attention very frequently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2793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hardware needed beyond a readable status register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76402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cycles when the device rarely has work ready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524865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simple embedded systems with few devices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/home/claude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1109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9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Interrupts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269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signals the processor only when it actually needs attention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37960" y="282549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processor do other work while waiting for the device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331012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interrupt hardware and an operating-system handler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37947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suited to devices that need attention only occasionally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37960" y="42793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an interrupt has its own overhead — context must be saved and restored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476402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paired with DMA for the actual data transfer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537960" y="524865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general-purpose operating systems and most modern devices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10 · Ch. 6 §6.6 · pp. 586–592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I/O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and response time trade off against each other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amount of work an I/O system completes per unit time.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099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8328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 single request takes from issue to completion.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7099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1792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requests together raises throughput but can increase response time.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17099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device transfer data to or from memory directly, without the processor moving every word.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 for I/O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CPU time shrinks as processors get faster while I/O time stays fixed, I/O's share of total elapsed time grows — a program that's 90% CPU and 10% I/O today can become mostly I/O-bound after a few generations of faster processors.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10 · Ch. 6 §6.7, 6.9 · pp. 596–599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 — Computer Organization and Design, 4th Edition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5852160"/>
                <a:gridCol w="14630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System Fundamentals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6 — §6.1, 6.5–6.6 Introduction &amp; Interfacing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570–595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RAID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6 — §6.9 Parallelism and I/O: RAID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599–604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Polling vs. Interrupts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6 — §6.6 Interfacing I/O Devices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586–592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Measuring I/O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6 — §6.7 I/O Performance 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596–599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useful: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6.6, Interfacing I/O Devices, covers memory-mapped I/O and DMA in more depth; Section 6.12, Fallacies and Pitfalls, discusses common mistakes in estimating I/O performance.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systems are designed for dependability and cost first, with throughput and response time balanced second.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0756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levels trade extra disks for protection against drive failure, from simple mirroring to distributed parity.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8254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is simple but wastes cycles; interrupts let the processor do other work but cost handling overhead.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124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57530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processors get faster, unchanged I/O time claims a growing share of total elapsed time — Amdahl's Law applies to I/O too.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63070"/>
          </a:solidFill>
          <a:ln/>
        </p:spPr>
      </p:sp>
      <p:sp>
        <p:nvSpPr>
          <p:cNvPr id="17" name="Shape 11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4" descr="/home/claude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651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645920" y="5074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Wrap-Up: How ISA, Memory Hierarchy, Pipelining, Parallelism, and I/O Fit Together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10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2026-07-20T08:51:38Z</dcterms:created>
  <dcterms:modified xsi:type="dcterms:W3CDTF">2026-07-20T08:51:38Z</dcterms:modified>
</cp:coreProperties>
</file>