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Set Architecture: RISC, CISC, x86 &amp; ARM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— Classifying ISAs, Registers, Addressing Modes, RISC vs. CISC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2 &amp; Appendix 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second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ISAs &amp; Registers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instructions access operands, and why registers matter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Modes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an instruction can locate its operands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 vs. CISC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 of instruction set design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&amp; ARM Architecture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ISAs powering desktops and mobile devices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Instruction Set Architectures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instructions access their operands — and why registers matter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Storage: Four Classes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Architecture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 are implicit, taken from the top of a stack (e.g., early HP calculators).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Architecture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operand is implicit, held in a single accumulator register (early computers).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Register-Memory Architecture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operand in a register, one directly in memory (x86).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Register-Register (Load-Store)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operands in registers; memory is touched only via load/store (MIPS, ARM, RISC-V).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Registers Matter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are much faster to access than memory — no memory latency.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only a few registers, so compilers can allocate them efficiently.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has 32 general-purpose registers ($0–$31), each 32 bits wide.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$zero is hardwired to 0; others follow naming conventions ($sp, $ra, $t0–$t9, $s0–$s7).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general-purpose ISAs (MIPS, ARM, RISC-V) are register-register / load-store — memory is touched only by explicit load and store instructions.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Modes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a MIPS instruction can locate its operands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is a register's value.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$t0, $t1, $t2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is a constant in the instruction.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$t0, $t1, 4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Displacement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= register + constant offset.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$t0, 8($sp)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PC-Relative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 = PC + offset (words).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 $t0, $t1, target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Pseudodirect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target from PC's top bits + address field.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target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addressing mode determines how the effective operand or memory address is computed — richer modes generally mean more complex (and slower) decode hardware.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 vs. CISC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 of instruction set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Instruction Set Computer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fixed-length instructions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addressing modes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load/store instructions touch memory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general-purpose registers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 on the compiler &amp; pipelining for speed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MIPS, ARM, RISC-V, SPARC, PowerPC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Instruction Set Computer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Variable-length, multi-operation instructions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addressing modes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can operate directly on memory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more specialized registers historically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microcode for complex instructions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x86, x86-64, VAX, IBM 360/370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x86 &amp; ARM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ISAs that shape modern computing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Origins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8086 (1978); CISC heritage; became the desktop &amp; server standard.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Today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 extends to 64-bit; deep pipelines; translates CISC ops into RISC-like micro-ops.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Origins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Acorn RISC Machine (1985); RISC design from day one; built for low power.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Today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most phones &amp; tablets; ARMv8-A adds a 64-bit mode (AArch64).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emphasizes backward compatibility and raw single-thread performance. ARM emphasizes energy efficiency and simplicity. The same trade-offs seen in RISC vs. CISC design now shape the split between mobile and desktop computing.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Classifying ISAs &amp;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2 — §2.1 Introduction, §2.3 Operands of the Computer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 80–86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 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2 — §2.10 MIPS Addressing for 32-Bit Immediates and Addresses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128–137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 vs. CISC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 E — §E.1 Introduction, §E.2 Addressing Modes and Instruction Formats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E-3–E-9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 &amp; ARM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2 — §2.16 Real Stuff: ARM Instructions; §2.17 Real Stuff: x86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161–174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E.3–E.16 surveys addressing modes and instructions across MIPS, ARM, SPARC, and PowerPC — a handy cross-vendor comparison.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sets are classified by where operands live: stack, accumulator, register-memory, or register-register (load-store).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uses five addressing modes: register, immediate, base/displacement, PC-relative, and pseudodirect.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 favors simplicity and speed; CISC favors instruction richness and code density — modern x86 blends both internally.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(CISC-rooted, desktop/server) and ARM (RISC-rooted, mobile/embedded) are the two dominant real-world ISAs today.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Hierarchy — Cache Organization, Mapping &amp; Replacement Policies (Ch. 5)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2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