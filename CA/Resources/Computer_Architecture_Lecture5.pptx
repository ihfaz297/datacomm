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Memory: Paging, Translation &amp; the TLB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— Address Translation, Page Tables, Page Faults, TLB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5 §5.4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fifth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&amp; Address Translation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every program its own, protected view of memory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Tables &amp; Page Faults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page, and what happens when it isn't there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 Lookaside Buffer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translations so address translation isn't a bottleneck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Replacement &amp; Integration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victim page, and tying virtual memory to caches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Memory &amp; Address Translation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gets the illusion of a full, private address space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of Address Translation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Address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a program generates, split into a virtual page number and page offset.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array mapping each virtual page number to a physical page frame.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offset is unchanged; only the page number is translated.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translated address is what actually reaches the cache and main memory.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Virtual Memory Works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Relocation: a program can be loaded anywhere in physical memory without changing its code.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each process's page table isolates it from every other process's memory.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Illusion of size: disk backs memory pages, so a program can appear larger than physical DRAM.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reuses the same locality principles as caching — just at a much coarser, page-sized grain.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applies the exact same idea as caching one level down: keep the working set in fast physical memory, and use a much larger, slower backing store — now disk instead of DRAM — for everything else.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Tables &amp; Page Faults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that make a page table entry work — and what happens on a miss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whether this virtual page is currently in physical memory.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0 → page fault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Page Number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frame this virtual page maps to, when valid.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Replaces the virtual page number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Bit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the page has been written; tells the OS it must be saved before eviction.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dirty pages are written back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Bit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access; used to approximate least-recently-used pages for replacement.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Cleared periodically by the OS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Bits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read/write/execute permission, enforced on every access.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Faults on illegal access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fault means the requested page is on disk, not in memory — the OS takes over, picks a physical frame (evicting a page if needed), reads the page in from disk, updates the page table, and resumes the program, a process that takes millions of cycles.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Translation Lookaside Buffer (TLB)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page-table translations so every access doesn't need a memory lookup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TLB (Page Table Walk)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access needs an extra reference just to read the page table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table itself lives in main memory, so this lookup costs a full memory access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doubles the cost of every memory access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page tables can require several sequential lookups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the billions of accesses a program makes per second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make virtual memory far too slow to use for every reference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tolerable if translations are needed rarely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TLB (Cache)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fully associative (or set-associative) cache of recent translations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tag = virtual page number, data = physical page number plus valid/protection bits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accesses hit in the TLB and skip the page table entirely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miss triggers a page-table walk, which then refills the TLB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16–512 entries, yet covers the vast majority of references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same hit/miss/AMAT reasoning used for ordinary caches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every modern general-purpose processor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Replacement &amp; Integrating VM with Caches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victim page, and how translation, TLB, and cache fit together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LRU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periodically clears reference bits and checks them later to estimate recency.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Algorithm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pages in a circle, giving each a second chance if its reference bit is 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Write-Back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disk access is so slow, virtual memory always uses write-back, never write-through.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→ Cache Pipeline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address is translated by the TLB, then the physical address indexes the cache.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Access Time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access time = Hit time + Page fault rate × Page fault penalty. Worked example: hit time 100 ns, page fault rate 0.0001%, page fault penalty 10 ms → EAT ≈ 100 ns + 0.000001 × 10,000,000 ns ≈ 110 ns — tiny fault rates still demand a huge penalty be kept exceedingly rare.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Memory &amp; Address Translation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§5.4 Virtual Memory (Placing a Page and Finding It Again)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492–498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Tables &amp; Page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§5.4 Virtual Memory (Page Faults)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498–502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Translation Lookaside 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§5.4 Virtual Memory (Making Address Translation Fast: the TLB)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502–504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Replacement &amp;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§5.4 Virtual Memory (Integrating Virtual Memory, TLBs, and Caches)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504–509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5.5, A Common Framework for Memory Hierarchies, tabulates cache and virtual-memory design parameters side by side.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gives every process a private, protected address space, translated to physical memory via a per-process page table.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fault means the page is on disk; the OS picks a victim frame, loads the page, and updates the page table before resuming.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TLB caches recent virtual-to-physical translations so most accesses avoid a page-table lookup entirely.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always uses write-back, and page replacement typically approximates LRU via reference bits (e.g., the clock algorithm).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 — Numbers, Signed Values &amp; Fixed-Point Encoding (Ch. 2 §2.4)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5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