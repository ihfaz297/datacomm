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COMPUTER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Parallelism &amp; Instruction-Level Parallelism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— Multiple Issue, Speculation, and Dynamic Scheduling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0" descr="/home/claude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435254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 minutes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50474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4937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Hennessy, Computer Organization and Design (4th Ed.), Ch. 4 §4.8, §4.10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for your eighth hour in Computer Architecture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88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Instruction-Level Parallelism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more instructions through the pipeline than one at a time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75304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575304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788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That Raise ILP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75304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pipelines, multiple issue, VLIW, and loop unrolling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44768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373368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373368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icons/git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7889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73368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vs. Dynamic Scheduling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73368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 the instruction order: the compiler or the hardware?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942832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71432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9171432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27889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71432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Scheduling in Hardware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171432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stations, register renaming, and the reorder buffer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8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Instruction-Level Parallelism: The Basics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more independent work for the pipeline to do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 Behind ILP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6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928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ILP?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88720" y="22219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parallelism among instructions in a single program, available for hardware or software to exploit.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0" name="Image 1" descr="/home/claude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443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072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Pipelining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88720" y="31363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pipeline stages further so more instructions overlap, once the stages are rebalanced.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587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7216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Issue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88720" y="40507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hardware to launch more than one instruction per clock cycle.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8" name="Image 3" descr="/home/claude/icons/rep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7731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6360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88720" y="49651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past an unresolved branch or hazard and execute ahead, undoing the work if wrong.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name="adj" fmla="val 1600"/>
            </a:avLst>
          </a:prstGeom>
          <a:solidFill>
            <a:srgbClr val="263070"/>
          </a:solidFill>
          <a:ln/>
        </p:spPr>
      </p:sp>
      <p:sp>
        <p:nvSpPr>
          <p:cNvPr id="22" name="Text 16"/>
          <p:cNvSpPr/>
          <p:nvPr/>
        </p:nvSpPr>
        <p:spPr>
          <a:xfrm>
            <a:off x="722376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ILP Matters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223760" y="222199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18"/>
          <p:cNvSpPr/>
          <p:nvPr/>
        </p:nvSpPr>
        <p:spPr>
          <a:xfrm>
            <a:off x="7452360" y="207568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programs rarely fill a single-issue pipeline every cycle, so there's headroom to exploit.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223760" y="30906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0"/>
          <p:cNvSpPr/>
          <p:nvPr/>
        </p:nvSpPr>
        <p:spPr>
          <a:xfrm>
            <a:off x="7452360" y="294436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issue can be done by the compiler (static) or by the hardware itself (dynamic).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23760" y="39593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Text 22"/>
          <p:cNvSpPr/>
          <p:nvPr/>
        </p:nvSpPr>
        <p:spPr>
          <a:xfrm>
            <a:off x="7452360" y="381304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Speculation lets the processor keep working instead of waiting for a hazard to resolve.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223760" y="4828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4"/>
          <p:cNvSpPr/>
          <p:nvPr/>
        </p:nvSpPr>
        <p:spPr>
          <a:xfrm>
            <a:off x="7452360" y="468172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of ILP — not clock speed alone — have shaped processor design since the 1990s.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A3577"/>
          </a:solidFill>
          <a:ln/>
        </p:spPr>
      </p:sp>
      <p:sp>
        <p:nvSpPr>
          <p:cNvPr id="32" name="Text 26"/>
          <p:cNvSpPr/>
          <p:nvPr/>
        </p:nvSpPr>
        <p:spPr>
          <a:xfrm>
            <a:off x="777240" y="57150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Instruction-level parallelism is parallelism that already exists among nearby instructions in ordinary code; processors exploit it by going deeper, wider, or both, then use speculation to keep the pipeline full despite hazards.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8 · Ch. 4 §4.10 · pp. 391–393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Techniques That Raise ILP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instruction per cycle to several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0277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h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293" y="19842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Pipelining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More, shorter pipeline stages let more instructions overlap.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→ 8+ stages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801722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53358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374" y="198424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1450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Multiple Issue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11450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packs multiple instructions into each issue slot ahead of time.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893162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7" name="Text 13"/>
          <p:cNvSpPr/>
          <p:nvPr/>
        </p:nvSpPr>
        <p:spPr>
          <a:xfrm>
            <a:off x="2893162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VLIW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54803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06440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19842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64531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Multiple Issue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164531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itself decides which instructions to issue together each cycle.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146243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24" name="Text 19"/>
          <p:cNvSpPr/>
          <p:nvPr/>
        </p:nvSpPr>
        <p:spPr>
          <a:xfrm>
            <a:off x="5146243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superscalar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307885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59522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icons/navig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538" y="198424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17613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Unrolling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417613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repeats a loop body to give itself more independent work to schedule.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399325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1" name="Text 25"/>
          <p:cNvSpPr/>
          <p:nvPr/>
        </p:nvSpPr>
        <p:spPr>
          <a:xfrm>
            <a:off x="7399325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×4 unroll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560966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312603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/home/claude/icons/sh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619" y="1984248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70694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Renaming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9670694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physical registers remove false dependencies between instructions.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9652406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8" name="Text 31"/>
          <p:cNvSpPr/>
          <p:nvPr/>
        </p:nvSpPr>
        <p:spPr>
          <a:xfrm>
            <a:off x="9652406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WAR/WAW gone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40" name="Text 33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techniques create parallelism that wasn't already in the program — they just get better at finding and exploiting it, whether at compile time or run time.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8 · Ch. 4 §4.10 · pp. 391–398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vs. Dynamic Multiple Issue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schedules the instructions: the compiler or the hardware?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Multiple Issue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54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decides which instructions issue together, ahead of time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282549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VLIW (Very Long Instruction Word) designs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1012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hardware — no runtime scheduling logic needed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3794760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the compiler to find independent instructions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27939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MIPS-based embedded two-issue processors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476402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unrolling is the compiler's main tool here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" y="524865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embedded and low-power designs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63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22" name="Shape 19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1" descr="/home/claude/icons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911096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69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Multiple Issue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7269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decides at runtime which instructions issue together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37960" y="282549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superscalar designs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37960" y="331012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hardware — needs scheduling and hazard-detection logic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537960" y="37947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7"/>
          <p:cNvSpPr/>
          <p:nvPr/>
        </p:nvSpPr>
        <p:spPr>
          <a:xfrm>
            <a:off x="6766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reorder instructions around unpredictable stalls, like cache misses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537960" y="427939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29"/>
          <p:cNvSpPr/>
          <p:nvPr/>
        </p:nvSpPr>
        <p:spPr>
          <a:xfrm>
            <a:off x="6766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reservation stations feeding multiple functional units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537960" y="476402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1"/>
          <p:cNvSpPr/>
          <p:nvPr/>
        </p:nvSpPr>
        <p:spPr>
          <a:xfrm>
            <a:off x="6766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renaming removes false dependencies automatically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537960" y="524865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7" name="Text 33"/>
          <p:cNvSpPr/>
          <p:nvPr/>
        </p:nvSpPr>
        <p:spPr>
          <a:xfrm>
            <a:off x="6766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most general-purpose desktop and server processors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8 · Ch. 4 §4.10 · pp. 391–392, 401–403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Scheduling in Hardware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out-of-order processors reorder instructions safely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50876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7099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Stations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an instruction and its operands until they're ready to execute.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icon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7099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Out-of-Order Execution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38328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execute as soon as their operands are ready, not in program order.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17804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icons/smart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7099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Renaming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1792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stations give each result its own physical location, removing false dependencies.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1001268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icons/batte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8" y="17099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5256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Buffer &amp; Commit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held until it's safe to commit them in the original program order.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914400" y="4370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Scheduling in Practice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14400" y="47548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scheduling pays off in two ways a compiler can't: it hides unpredictable stalls like cache misses by continuing other work, and if the processor speculates on a branch, it can discard speculated instructions without ever committing their results.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8 · Ch. 4 §4.10 · pp. 399–401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Read More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 — Computer Organization and Design, 4th Edition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566160"/>
        </p:xfrm>
        <a:graphic>
          <a:graphicData uri="http://schemas.openxmlformats.org/drawingml/2006/table">
            <a:tbl>
              <a:tblPr/>
              <a:tblGrid>
                <a:gridCol w="3749040"/>
                <a:gridCol w="5852160"/>
                <a:gridCol w="146304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Topic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Section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Instruction-Level Parallelism: The Basics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4 — §4.10 Parallelism and Advanced ILP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391–393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Techniques That Raise ILP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4 — §4.10 Parallelism and Advanced ILP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391–398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vs. Dynamic Multiple 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4 — §4.10 Parallelism and Advanced ILP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391–403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Scheduling in 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4 — §4.10 Parallelism and Advanced ILP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399–401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useful: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4.8, Control Hazards, covers the branch prediction that speculative processors depend on; Section 4.13, Fallacies and Pitfalls, discusses the practical limits of multiple issue.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5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25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Instruction-level parallelism is the independent work already present among nearby instructions in ordinary code.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284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0756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 exploit it with deeper pipelines, multiple issue (static or dynamic), and speculation.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1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626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82549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multiple issue leans on the compiler; dynamic multiple issue lets the hardware reorder instructions at runtime.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621024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1246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57530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stations, register renaming, and the reorder buffer let hardware execute out of order while still committing results in program order.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63070"/>
          </a:solidFill>
          <a:ln/>
        </p:spPr>
      </p:sp>
      <p:sp>
        <p:nvSpPr>
          <p:cNvPr id="17" name="Shape 11"/>
          <p:cNvSpPr/>
          <p:nvPr/>
        </p:nvSpPr>
        <p:spPr>
          <a:xfrm>
            <a:off x="868680" y="482803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4" descr="/home/claude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96519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459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645920" y="5074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Multiprocessors &amp; Multi-core Computers: Shared Memory, Message Passing &amp; Flynn's Taxonomy (Ch. 7)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8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2026-07-20T08:51:38Z</dcterms:created>
  <dcterms:modified xsi:type="dcterms:W3CDTF">2026-07-20T08:51:38Z</dcterms:modified>
</cp:coreProperties>
</file>